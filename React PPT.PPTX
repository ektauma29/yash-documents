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9" d="100"/>
          <a:sy n="39" d="100"/>
        </p:scale>
        <p:origin x="-138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reactjs.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reactjs.org/docs/reconciliation.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https://www.w3schools.com/REACT/react_es6.as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freecodecamp.org/news/part-1-react-app-from-scratch-using-webpack-4-562b1d231e75/"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953000"/>
            <a:ext cx="7772400" cy="1676400"/>
          </a:xfrm>
        </p:spPr>
        <p:txBody>
          <a:bodyPr>
            <a:normAutofit fontScale="90000"/>
          </a:bodyPr>
          <a:lstStyle/>
          <a:p>
            <a:r>
              <a:rPr lang="en-IN" dirty="0" smtClean="0"/>
              <a:t>React JS</a:t>
            </a:r>
            <a:br>
              <a:rPr lang="en-IN" dirty="0" smtClean="0"/>
            </a:br>
            <a:r>
              <a:rPr lang="en-IN" sz="2200" dirty="0" smtClean="0">
                <a:latin typeface="Andalus" panose="02020603050405020304" pitchFamily="18" charset="-78"/>
                <a:cs typeface="Andalus" panose="02020603050405020304" pitchFamily="18" charset="-78"/>
              </a:rPr>
              <a:t>image and content taken from </a:t>
            </a:r>
            <a:r>
              <a:rPr lang="en-IN" dirty="0">
                <a:hlinkClick r:id="rId2"/>
              </a:rPr>
              <a:t>https://reactjs.org/</a:t>
            </a:r>
            <a:endParaRPr lang="en-IN" dirty="0"/>
          </a:p>
        </p:txBody>
      </p:sp>
      <p:sp>
        <p:nvSpPr>
          <p:cNvPr id="3" name="Subtitle 2"/>
          <p:cNvSpPr>
            <a:spLocks noGrp="1"/>
          </p:cNvSpPr>
          <p:nvPr>
            <p:ph type="subTitle" idx="1"/>
          </p:nvPr>
        </p:nvSpPr>
        <p:spPr>
          <a:xfrm>
            <a:off x="2133600" y="3886200"/>
            <a:ext cx="4953000" cy="1524000"/>
          </a:xfrm>
        </p:spPr>
        <p:txBody>
          <a:bodyPr/>
          <a:lstStyle/>
          <a:p>
            <a:r>
              <a:rPr lang="en-IN" dirty="0" smtClean="0"/>
              <a:t>R</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457200"/>
            <a:ext cx="4953000" cy="4191000"/>
          </a:xfrm>
          <a:prstGeom prst="rect">
            <a:avLst/>
          </a:prstGeom>
        </p:spPr>
      </p:pic>
    </p:spTree>
    <p:extLst>
      <p:ext uri="{BB962C8B-B14F-4D97-AF65-F5344CB8AC3E}">
        <p14:creationId xmlns:p14="http://schemas.microsoft.com/office/powerpoint/2010/main" val="409091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React Use case</a:t>
            </a:r>
            <a:endParaRPr lang="en-IN" dirty="0"/>
          </a:p>
        </p:txBody>
      </p:sp>
      <p:sp>
        <p:nvSpPr>
          <p:cNvPr id="3" name="Text Placeholder 2"/>
          <p:cNvSpPr>
            <a:spLocks noGrp="1"/>
          </p:cNvSpPr>
          <p:nvPr>
            <p:ph type="body" idx="1"/>
          </p:nvPr>
        </p:nvSpPr>
        <p:spPr/>
        <p:txBody>
          <a:bodyPr/>
          <a:lstStyle/>
          <a:p>
            <a:r>
              <a:rPr lang="en-IN" dirty="0" smtClean="0"/>
              <a:t>When to Use</a:t>
            </a:r>
            <a:endParaRPr lang="en-IN" dirty="0"/>
          </a:p>
        </p:txBody>
      </p:sp>
      <p:sp>
        <p:nvSpPr>
          <p:cNvPr id="4" name="Content Placeholder 3"/>
          <p:cNvSpPr>
            <a:spLocks noGrp="1"/>
          </p:cNvSpPr>
          <p:nvPr>
            <p:ph sz="half" idx="2"/>
          </p:nvPr>
        </p:nvSpPr>
        <p:spPr/>
        <p:txBody>
          <a:bodyPr/>
          <a:lstStyle/>
          <a:p>
            <a:r>
              <a:rPr lang="en-IN" dirty="0" err="1" smtClean="0"/>
              <a:t>Continous</a:t>
            </a:r>
            <a:r>
              <a:rPr lang="en-IN" dirty="0" smtClean="0"/>
              <a:t>  User Interaction</a:t>
            </a:r>
          </a:p>
          <a:p>
            <a:r>
              <a:rPr lang="en-IN" dirty="0" smtClean="0"/>
              <a:t>State and components frequently changes</a:t>
            </a:r>
          </a:p>
          <a:p>
            <a:r>
              <a:rPr lang="en-IN" dirty="0" smtClean="0"/>
              <a:t>Very Complex Structure websites</a:t>
            </a:r>
            <a:endParaRPr lang="en-IN" dirty="0"/>
          </a:p>
        </p:txBody>
      </p:sp>
      <p:sp>
        <p:nvSpPr>
          <p:cNvPr id="5" name="Text Placeholder 4"/>
          <p:cNvSpPr>
            <a:spLocks noGrp="1"/>
          </p:cNvSpPr>
          <p:nvPr>
            <p:ph type="body" sz="quarter" idx="3"/>
          </p:nvPr>
        </p:nvSpPr>
        <p:spPr/>
        <p:txBody>
          <a:bodyPr/>
          <a:lstStyle/>
          <a:p>
            <a:r>
              <a:rPr lang="en-IN" dirty="0" smtClean="0"/>
              <a:t>When not to use React</a:t>
            </a:r>
            <a:endParaRPr lang="en-IN" dirty="0"/>
          </a:p>
        </p:txBody>
      </p:sp>
      <p:sp>
        <p:nvSpPr>
          <p:cNvPr id="6" name="Content Placeholder 5"/>
          <p:cNvSpPr>
            <a:spLocks noGrp="1"/>
          </p:cNvSpPr>
          <p:nvPr>
            <p:ph sz="quarter" idx="4"/>
          </p:nvPr>
        </p:nvSpPr>
        <p:spPr/>
        <p:txBody>
          <a:bodyPr/>
          <a:lstStyle/>
          <a:p>
            <a:r>
              <a:rPr lang="en-IN" dirty="0" smtClean="0"/>
              <a:t>Simple websites</a:t>
            </a:r>
          </a:p>
          <a:p>
            <a:r>
              <a:rPr lang="en-IN" dirty="0" smtClean="0"/>
              <a:t>Landing Pages</a:t>
            </a:r>
          </a:p>
          <a:p>
            <a:r>
              <a:rPr lang="en-IN" dirty="0" smtClean="0"/>
              <a:t>Websites contains most of the static contents.</a:t>
            </a:r>
          </a:p>
          <a:p>
            <a:r>
              <a:rPr lang="en-IN" dirty="0" smtClean="0"/>
              <a:t>Html generated by backend with very little JS.</a:t>
            </a:r>
          </a:p>
          <a:p>
            <a:r>
              <a:rPr lang="en-IN" dirty="0" smtClean="0"/>
              <a:t>Heavy Complex Admin Panel</a:t>
            </a:r>
            <a:endParaRPr lang="en-IN" dirty="0"/>
          </a:p>
        </p:txBody>
      </p:sp>
    </p:spTree>
    <p:extLst>
      <p:ext uri="{BB962C8B-B14F-4D97-AF65-F5344CB8AC3E}">
        <p14:creationId xmlns:p14="http://schemas.microsoft.com/office/powerpoint/2010/main" val="133844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React JS</a:t>
            </a:r>
            <a:endParaRPr lang="en-IN" dirty="0"/>
          </a:p>
        </p:txBody>
      </p:sp>
      <p:sp>
        <p:nvSpPr>
          <p:cNvPr id="3" name="Content Placeholder 2"/>
          <p:cNvSpPr>
            <a:spLocks noGrp="1"/>
          </p:cNvSpPr>
          <p:nvPr>
            <p:ph idx="1"/>
          </p:nvPr>
        </p:nvSpPr>
        <p:spPr/>
        <p:txBody>
          <a:bodyPr>
            <a:normAutofit/>
          </a:bodyPr>
          <a:lstStyle/>
          <a:p>
            <a:r>
              <a:rPr lang="en-IN" dirty="0"/>
              <a:t>React is a declarative, efficient, and flexible JavaScript library for building user </a:t>
            </a:r>
            <a:r>
              <a:rPr lang="en-IN" dirty="0" smtClean="0"/>
              <a:t>interfaces.</a:t>
            </a:r>
          </a:p>
          <a:p>
            <a:r>
              <a:rPr lang="en-IN" dirty="0"/>
              <a:t>React is not a framework. It is just a library developed by Facebook to solve some problems that we were facing earlier.</a:t>
            </a:r>
            <a:endParaRPr lang="en-IN" dirty="0" smtClean="0"/>
          </a:p>
          <a:p>
            <a:r>
              <a:rPr lang="en-IN" dirty="0" smtClean="0"/>
              <a:t>React is built on the concept of </a:t>
            </a:r>
            <a:r>
              <a:rPr lang="en-IN" dirty="0"/>
              <a:t>V</a:t>
            </a:r>
            <a:r>
              <a:rPr lang="en-IN" dirty="0" smtClean="0"/>
              <a:t>irtual DOM</a:t>
            </a:r>
          </a:p>
          <a:p>
            <a:r>
              <a:rPr lang="en-IN" dirty="0" smtClean="0"/>
              <a:t>What is DOM?</a:t>
            </a:r>
          </a:p>
          <a:p>
            <a:endParaRPr lang="en-IN" dirty="0"/>
          </a:p>
          <a:p>
            <a:endParaRPr lang="en-IN" dirty="0" smtClean="0"/>
          </a:p>
          <a:p>
            <a:endParaRPr lang="en-IN" dirty="0"/>
          </a:p>
          <a:p>
            <a:endParaRPr lang="en-IN" dirty="0"/>
          </a:p>
        </p:txBody>
      </p:sp>
    </p:spTree>
    <p:extLst>
      <p:ext uri="{BB962C8B-B14F-4D97-AF65-F5344CB8AC3E}">
        <p14:creationId xmlns:p14="http://schemas.microsoft.com/office/powerpoint/2010/main" val="461574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DOM?</a:t>
            </a:r>
            <a:endParaRPr lang="en-IN" dirty="0"/>
          </a:p>
        </p:txBody>
      </p:sp>
      <p:sp>
        <p:nvSpPr>
          <p:cNvPr id="3" name="Content Placeholder 2"/>
          <p:cNvSpPr>
            <a:spLocks noGrp="1"/>
          </p:cNvSpPr>
          <p:nvPr>
            <p:ph idx="1"/>
          </p:nvPr>
        </p:nvSpPr>
        <p:spPr/>
        <p:txBody>
          <a:bodyPr/>
          <a:lstStyle/>
          <a:p>
            <a:r>
              <a:rPr lang="en-IN" dirty="0"/>
              <a:t>The Document Object Model (DOM) is an application programming interface (API) for HTML and XML documents. It defines the logical structure of documents and the way a document is accessed and manipulated</a:t>
            </a:r>
            <a:r>
              <a:rPr lang="en-IN" dirty="0" smtClean="0"/>
              <a:t>.</a:t>
            </a:r>
          </a:p>
          <a:p>
            <a:endParaRPr lang="en-IN" dirty="0"/>
          </a:p>
          <a:p>
            <a:r>
              <a:rPr lang="en-IN" dirty="0"/>
              <a:t>The DOM represents the document as nodes and objects.</a:t>
            </a:r>
            <a:endParaRPr lang="en-IN" dirty="0"/>
          </a:p>
        </p:txBody>
      </p:sp>
    </p:spTree>
    <p:extLst>
      <p:ext uri="{BB962C8B-B14F-4D97-AF65-F5344CB8AC3E}">
        <p14:creationId xmlns:p14="http://schemas.microsoft.com/office/powerpoint/2010/main" val="1845184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Browser Works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05000"/>
            <a:ext cx="8053388" cy="3743325"/>
          </a:xfrm>
        </p:spPr>
      </p:pic>
      <p:sp>
        <p:nvSpPr>
          <p:cNvPr id="5" name="Rectangle 4"/>
          <p:cNvSpPr/>
          <p:nvPr/>
        </p:nvSpPr>
        <p:spPr>
          <a:xfrm>
            <a:off x="609600" y="6132731"/>
            <a:ext cx="7848600" cy="646331"/>
          </a:xfrm>
          <a:prstGeom prst="rect">
            <a:avLst/>
          </a:prstGeom>
        </p:spPr>
        <p:txBody>
          <a:bodyPr wrap="square">
            <a:spAutoFit/>
          </a:bodyPr>
          <a:lstStyle/>
          <a:p>
            <a:r>
              <a:rPr lang="en-IN" b="1" dirty="0" smtClean="0"/>
              <a:t>Reference: </a:t>
            </a:r>
            <a:r>
              <a:rPr lang="en-IN" b="1" dirty="0" smtClean="0">
                <a:latin typeface="Arial" panose="020B0604020202020204" pitchFamily="34" charset="0"/>
                <a:cs typeface="Arial" panose="020B0604020202020204" pitchFamily="34" charset="0"/>
              </a:rPr>
              <a:t>https</a:t>
            </a:r>
            <a:r>
              <a:rPr lang="en-IN" b="1" dirty="0">
                <a:latin typeface="Arial" panose="020B0604020202020204" pitchFamily="34" charset="0"/>
                <a:cs typeface="Arial" panose="020B0604020202020204" pitchFamily="34" charset="0"/>
              </a:rPr>
              <a:t>://</a:t>
            </a:r>
            <a:r>
              <a:rPr lang="en-IN" b="1" dirty="0" smtClean="0">
                <a:latin typeface="Arial" panose="020B0604020202020204" pitchFamily="34" charset="0"/>
                <a:cs typeface="Arial" panose="020B0604020202020204" pitchFamily="34" charset="0"/>
              </a:rPr>
              <a:t>www.html5rocks.com/en/tutorials/internals/howbrowserswork</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9481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85000" lnSpcReduction="20000"/>
          </a:bodyPr>
          <a:lstStyle/>
          <a:p>
            <a:r>
              <a:rPr lang="en-IN" dirty="0"/>
              <a:t>Updating a DOM is not slow, it is just like updating any JavaScript object; then what exactly makes updating Real DOM slow</a:t>
            </a:r>
            <a:r>
              <a:rPr lang="en-IN" dirty="0" smtClean="0"/>
              <a:t>?</a:t>
            </a:r>
          </a:p>
          <a:p>
            <a:endParaRPr lang="en-IN" dirty="0"/>
          </a:p>
          <a:p>
            <a:pPr fontAlgn="base"/>
            <a:r>
              <a:rPr lang="en-IN" dirty="0"/>
              <a:t>Rendering engines which is responsible for displaying or rendering the webpage on the browser screen parses the HTML page to create DOM. It also parses the CSS and applies the CSS to the HTML creating a render tree, this process is called as attachment.</a:t>
            </a:r>
          </a:p>
          <a:p>
            <a:pPr fontAlgn="base"/>
            <a:r>
              <a:rPr lang="en-IN" dirty="0"/>
              <a:t>Layout process give exact co-ordinates to each node of the render tree, where the node gets painted and displayed.</a:t>
            </a:r>
          </a:p>
          <a:p>
            <a:endParaRPr lang="en-IN" dirty="0"/>
          </a:p>
        </p:txBody>
      </p:sp>
    </p:spTree>
    <p:extLst>
      <p:ext uri="{BB962C8B-B14F-4D97-AF65-F5344CB8AC3E}">
        <p14:creationId xmlns:p14="http://schemas.microsoft.com/office/powerpoint/2010/main" val="1332658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r>
              <a:rPr lang="en-IN" dirty="0"/>
              <a:t>So when we do,</a:t>
            </a:r>
          </a:p>
          <a:p>
            <a:pPr fontAlgn="base"/>
            <a:r>
              <a:rPr lang="en-IN" dirty="0" err="1"/>
              <a:t>document.getElementById</a:t>
            </a:r>
            <a:r>
              <a:rPr lang="en-IN" dirty="0"/>
              <a:t>('</a:t>
            </a:r>
            <a:r>
              <a:rPr lang="en-IN" dirty="0" err="1"/>
              <a:t>elementId</a:t>
            </a:r>
            <a:r>
              <a:rPr lang="en-IN" dirty="0"/>
              <a:t>').</a:t>
            </a:r>
            <a:r>
              <a:rPr lang="en-IN" dirty="0" err="1"/>
              <a:t>innerHTML</a:t>
            </a:r>
            <a:r>
              <a:rPr lang="en-IN" dirty="0"/>
              <a:t> = "New </a:t>
            </a:r>
            <a:r>
              <a:rPr lang="en-IN" dirty="0" smtClean="0"/>
              <a:t>Value“</a:t>
            </a:r>
          </a:p>
          <a:p>
            <a:pPr fontAlgn="base"/>
            <a:r>
              <a:rPr lang="en-IN" dirty="0" smtClean="0"/>
              <a:t>Following </a:t>
            </a:r>
            <a:r>
              <a:rPr lang="en-IN" dirty="0"/>
              <a:t>thing happens:</a:t>
            </a:r>
          </a:p>
          <a:p>
            <a:pPr lvl="1" fontAlgn="base"/>
            <a:r>
              <a:rPr lang="en-IN" dirty="0"/>
              <a:t>Browser have to parses the HTML</a:t>
            </a:r>
          </a:p>
          <a:p>
            <a:pPr lvl="1" fontAlgn="base"/>
            <a:r>
              <a:rPr lang="en-IN" dirty="0"/>
              <a:t>It removes the child element of </a:t>
            </a:r>
            <a:r>
              <a:rPr lang="en-IN" dirty="0" err="1"/>
              <a:t>elementId</a:t>
            </a:r>
            <a:endParaRPr lang="en-IN" dirty="0"/>
          </a:p>
          <a:p>
            <a:pPr lvl="1" fontAlgn="base"/>
            <a:r>
              <a:rPr lang="en-IN" dirty="0"/>
              <a:t>Updates the DOM with the “New Value”</a:t>
            </a:r>
          </a:p>
          <a:p>
            <a:pPr lvl="1" fontAlgn="base"/>
            <a:r>
              <a:rPr lang="en-IN" dirty="0"/>
              <a:t>Re-calculate the CSS for the parent and child</a:t>
            </a:r>
          </a:p>
          <a:p>
            <a:endParaRPr lang="en-IN" dirty="0"/>
          </a:p>
        </p:txBody>
      </p:sp>
    </p:spTree>
    <p:extLst>
      <p:ext uri="{BB962C8B-B14F-4D97-AF65-F5344CB8AC3E}">
        <p14:creationId xmlns:p14="http://schemas.microsoft.com/office/powerpoint/2010/main" val="3749626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lvl="1" fontAlgn="base"/>
            <a:r>
              <a:rPr lang="en-IN" dirty="0"/>
              <a:t>Update the layout i.e. each elements exact co-ordinates on the screen</a:t>
            </a:r>
          </a:p>
          <a:p>
            <a:pPr lvl="1" fontAlgn="base"/>
            <a:r>
              <a:rPr lang="en-IN" dirty="0"/>
              <a:t>Traverse the render tree and paint it on the browser display</a:t>
            </a:r>
          </a:p>
          <a:p>
            <a:pPr fontAlgn="base"/>
            <a:r>
              <a:rPr lang="en-IN" dirty="0"/>
              <a:t>Recalculating the CSS and changed layouts uses complex algorithm and they effect the performance.</a:t>
            </a:r>
          </a:p>
          <a:p>
            <a:pPr fontAlgn="base"/>
            <a:r>
              <a:rPr lang="en-IN" dirty="0"/>
              <a:t>Thus updating a Real DOM does not involves just updating the DOM but, it involves a lot of other process.</a:t>
            </a:r>
          </a:p>
          <a:p>
            <a:pPr marL="0" indent="0" fontAlgn="base">
              <a:buNone/>
            </a:pPr>
            <a:endParaRPr lang="en-IN" dirty="0"/>
          </a:p>
          <a:p>
            <a:endParaRPr lang="en-IN" dirty="0"/>
          </a:p>
        </p:txBody>
      </p:sp>
    </p:spTree>
    <p:extLst>
      <p:ext uri="{BB962C8B-B14F-4D97-AF65-F5344CB8AC3E}">
        <p14:creationId xmlns:p14="http://schemas.microsoft.com/office/powerpoint/2010/main" val="3090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Also, each of the above steps runs for each update of the real DOM i.e. if we update the Real DOM 10 </a:t>
            </a:r>
            <a:r>
              <a:rPr lang="en-IN" dirty="0" smtClean="0"/>
              <a:t>times, </a:t>
            </a:r>
            <a:r>
              <a:rPr lang="en-IN" dirty="0"/>
              <a:t>each of the above step will repeat 10 times. This is why updating Real DOM is slow</a:t>
            </a:r>
          </a:p>
        </p:txBody>
      </p:sp>
    </p:spTree>
    <p:extLst>
      <p:ext uri="{BB962C8B-B14F-4D97-AF65-F5344CB8AC3E}">
        <p14:creationId xmlns:p14="http://schemas.microsoft.com/office/powerpoint/2010/main" val="424329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How Virtual DOM Solves this problem?</a:t>
            </a:r>
            <a:endParaRPr lang="en-IN" dirty="0"/>
          </a:p>
        </p:txBody>
      </p:sp>
      <p:sp>
        <p:nvSpPr>
          <p:cNvPr id="3" name="Content Placeholder 2"/>
          <p:cNvSpPr>
            <a:spLocks noGrp="1"/>
          </p:cNvSpPr>
          <p:nvPr>
            <p:ph idx="1"/>
          </p:nvPr>
        </p:nvSpPr>
        <p:spPr/>
        <p:txBody>
          <a:bodyPr>
            <a:normAutofit fontScale="92500" lnSpcReduction="20000"/>
          </a:bodyPr>
          <a:lstStyle/>
          <a:p>
            <a:r>
              <a:rPr lang="en-IN" dirty="0"/>
              <a:t>Virtual DOM is in-memory representation of Real DOM. It is lightweight JavaScript object which is copy of Real DOM</a:t>
            </a:r>
            <a:r>
              <a:rPr lang="en-IN" dirty="0" smtClean="0"/>
              <a:t>.</a:t>
            </a:r>
          </a:p>
          <a:p>
            <a:pPr fontAlgn="base"/>
            <a:r>
              <a:rPr lang="en-IN" dirty="0"/>
              <a:t>Updating virtual DOM in </a:t>
            </a:r>
            <a:r>
              <a:rPr lang="en-IN" dirty="0" err="1"/>
              <a:t>ReactJS</a:t>
            </a:r>
            <a:r>
              <a:rPr lang="en-IN" dirty="0"/>
              <a:t> is faster because </a:t>
            </a:r>
            <a:r>
              <a:rPr lang="en-IN" dirty="0" err="1"/>
              <a:t>ReactJS</a:t>
            </a:r>
            <a:r>
              <a:rPr lang="en-IN" dirty="0"/>
              <a:t> uses</a:t>
            </a:r>
          </a:p>
          <a:p>
            <a:pPr fontAlgn="base"/>
            <a:r>
              <a:rPr lang="en-IN" dirty="0"/>
              <a:t>Efficient diff algorithm</a:t>
            </a:r>
          </a:p>
          <a:p>
            <a:pPr fontAlgn="base"/>
            <a:r>
              <a:rPr lang="en-IN" dirty="0"/>
              <a:t>Batched update operations</a:t>
            </a:r>
          </a:p>
          <a:p>
            <a:pPr fontAlgn="base"/>
            <a:r>
              <a:rPr lang="en-IN" dirty="0"/>
              <a:t>Efficient update of sub tree only</a:t>
            </a:r>
          </a:p>
          <a:p>
            <a:pPr fontAlgn="base"/>
            <a:r>
              <a:rPr lang="en-IN" dirty="0"/>
              <a:t>Uses observable instead of dirty checking to detect change</a:t>
            </a:r>
          </a:p>
          <a:p>
            <a:endParaRPr lang="en-IN" dirty="0"/>
          </a:p>
        </p:txBody>
      </p:sp>
    </p:spTree>
    <p:extLst>
      <p:ext uri="{BB962C8B-B14F-4D97-AF65-F5344CB8AC3E}">
        <p14:creationId xmlns:p14="http://schemas.microsoft.com/office/powerpoint/2010/main" val="94723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fontAlgn="base"/>
            <a:r>
              <a:rPr lang="en-IN" dirty="0"/>
              <a:t>AngularJS uses dirty checking to find the models which has changed. This dirty checking process runs in cycle after a specified time. As the application grows, checking the whole model reduces the performance and thus makes the application slow.</a:t>
            </a:r>
          </a:p>
          <a:p>
            <a:pPr fontAlgn="base"/>
            <a:r>
              <a:rPr lang="en-IN" dirty="0" err="1"/>
              <a:t>ReactJS</a:t>
            </a:r>
            <a:r>
              <a:rPr lang="en-IN" dirty="0"/>
              <a:t> uses observable’s to find the modified components. Whenever </a:t>
            </a:r>
            <a:r>
              <a:rPr lang="en-IN" dirty="0" err="1"/>
              <a:t>setState</a:t>
            </a:r>
            <a:r>
              <a:rPr lang="en-IN" dirty="0"/>
              <a:t>() method is called on any component, </a:t>
            </a:r>
            <a:r>
              <a:rPr lang="en-IN" dirty="0" err="1"/>
              <a:t>ReactJS</a:t>
            </a:r>
            <a:r>
              <a:rPr lang="en-IN" dirty="0"/>
              <a:t> makes that component dirty and re-renders it.</a:t>
            </a:r>
          </a:p>
          <a:p>
            <a:endParaRPr lang="en-IN" dirty="0"/>
          </a:p>
        </p:txBody>
      </p:sp>
    </p:spTree>
    <p:extLst>
      <p:ext uri="{BB962C8B-B14F-4D97-AF65-F5344CB8AC3E}">
        <p14:creationId xmlns:p14="http://schemas.microsoft.com/office/powerpoint/2010/main" val="65391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Whenever </a:t>
            </a:r>
            <a:r>
              <a:rPr lang="en-IN" dirty="0" err="1"/>
              <a:t>setState</a:t>
            </a:r>
            <a:r>
              <a:rPr lang="en-IN" dirty="0"/>
              <a:t>() method is called, </a:t>
            </a:r>
            <a:r>
              <a:rPr lang="en-IN" dirty="0" err="1"/>
              <a:t>ReactJS</a:t>
            </a:r>
            <a:r>
              <a:rPr lang="en-IN" dirty="0"/>
              <a:t> creates the whole Virtual DOM from scratch. Creating a whole tree is very fast so it does not affect the performance. </a:t>
            </a:r>
            <a:endParaRPr lang="en-IN" dirty="0" smtClean="0"/>
          </a:p>
          <a:p>
            <a:r>
              <a:rPr lang="en-IN" dirty="0" smtClean="0"/>
              <a:t>At </a:t>
            </a:r>
            <a:r>
              <a:rPr lang="en-IN" dirty="0"/>
              <a:t>any given time, </a:t>
            </a:r>
            <a:r>
              <a:rPr lang="en-IN" dirty="0" err="1"/>
              <a:t>ReactJS</a:t>
            </a:r>
            <a:r>
              <a:rPr lang="en-IN" dirty="0"/>
              <a:t> maintains two virtual DOM, one with the updated state Virtual DOM and other with the previous state Virtual DOM</a:t>
            </a:r>
            <a:r>
              <a:rPr lang="en-IN" dirty="0" smtClean="0"/>
              <a:t>.</a:t>
            </a:r>
          </a:p>
          <a:p>
            <a:r>
              <a:rPr lang="en-IN" dirty="0" smtClean="0"/>
              <a:t>** Interview Question </a:t>
            </a:r>
            <a:r>
              <a:rPr lang="en-IN" dirty="0" smtClean="0">
                <a:sym typeface="Wingdings" panose="05000000000000000000" pitchFamily="2" charset="2"/>
              </a:rPr>
              <a:t></a:t>
            </a:r>
            <a:endParaRPr lang="en-IN" dirty="0"/>
          </a:p>
        </p:txBody>
      </p:sp>
    </p:spTree>
    <p:extLst>
      <p:ext uri="{BB962C8B-B14F-4D97-AF65-F5344CB8AC3E}">
        <p14:creationId xmlns:p14="http://schemas.microsoft.com/office/powerpoint/2010/main" val="3925171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err="1"/>
              <a:t>ReactJS</a:t>
            </a:r>
            <a:r>
              <a:rPr lang="en-IN" dirty="0"/>
              <a:t> using diff algorithm compares both the Virtual DOM to find the minimum number of steps to update the Real DOM.</a:t>
            </a:r>
            <a:endParaRPr lang="en-IN" dirty="0"/>
          </a:p>
        </p:txBody>
      </p:sp>
    </p:spTree>
    <p:extLst>
      <p:ext uri="{BB962C8B-B14F-4D97-AF65-F5344CB8AC3E}">
        <p14:creationId xmlns:p14="http://schemas.microsoft.com/office/powerpoint/2010/main" val="2939495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fontAlgn="base"/>
            <a:r>
              <a:rPr lang="en-IN" dirty="0" err="1"/>
              <a:t>ReactJS</a:t>
            </a:r>
            <a:r>
              <a:rPr lang="en-IN" dirty="0"/>
              <a:t> uses following steps to find the difference in both the Virtual DOM’s</a:t>
            </a:r>
          </a:p>
          <a:p>
            <a:pPr fontAlgn="base"/>
            <a:r>
              <a:rPr lang="en-IN" b="1" dirty="0"/>
              <a:t>Re-render all the children if parent state has changed. </a:t>
            </a:r>
            <a:r>
              <a:rPr lang="en-IN" dirty="0"/>
              <a:t>If the state of a component has changed, then </a:t>
            </a:r>
            <a:r>
              <a:rPr lang="en-IN" dirty="0" err="1"/>
              <a:t>ReactJS</a:t>
            </a:r>
            <a:r>
              <a:rPr lang="en-IN" dirty="0"/>
              <a:t> re-renders all the child components even if child components are not modified. To prevent the unwanted re-render of the child components we can use </a:t>
            </a:r>
            <a:r>
              <a:rPr lang="en-IN" dirty="0" err="1"/>
              <a:t>shouldComponentUpdate</a:t>
            </a:r>
            <a:r>
              <a:rPr lang="en-IN" dirty="0"/>
              <a:t>() component life cycle method. This will further help in boosting the performance.</a:t>
            </a:r>
          </a:p>
          <a:p>
            <a:endParaRPr lang="en-IN" dirty="0"/>
          </a:p>
        </p:txBody>
      </p:sp>
    </p:spTree>
    <p:extLst>
      <p:ext uri="{BB962C8B-B14F-4D97-AF65-F5344CB8AC3E}">
        <p14:creationId xmlns:p14="http://schemas.microsoft.com/office/powerpoint/2010/main" val="1147258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1828801"/>
            <a:ext cx="4038600" cy="4191000"/>
          </a:xfrm>
        </p:spPr>
      </p:pic>
      <p:sp>
        <p:nvSpPr>
          <p:cNvPr id="4" name="Content Placeholder 3"/>
          <p:cNvSpPr>
            <a:spLocks noGrp="1"/>
          </p:cNvSpPr>
          <p:nvPr>
            <p:ph sz="half" idx="2"/>
          </p:nvPr>
        </p:nvSpPr>
        <p:spPr/>
        <p:txBody>
          <a:bodyPr>
            <a:normAutofit fontScale="92500" lnSpcReduction="10000"/>
          </a:bodyPr>
          <a:lstStyle/>
          <a:p>
            <a:r>
              <a:rPr lang="en-IN" b="1" dirty="0"/>
              <a:t>Breadth First Search. </a:t>
            </a:r>
            <a:r>
              <a:rPr lang="en-IN" dirty="0" err="1"/>
              <a:t>ReactJS</a:t>
            </a:r>
            <a:r>
              <a:rPr lang="en-IN" dirty="0"/>
              <a:t> traverse the tree using BFS. Consider the below tree. States of element B and H have changed. So when using BFS </a:t>
            </a:r>
            <a:r>
              <a:rPr lang="en-IN" dirty="0" err="1"/>
              <a:t>ReactJS</a:t>
            </a:r>
            <a:r>
              <a:rPr lang="en-IN" dirty="0"/>
              <a:t> reached element B it will by default re-render the element H. This is the reason to use BFS for tree traversal</a:t>
            </a:r>
          </a:p>
          <a:p>
            <a:endParaRPr lang="en-IN" dirty="0"/>
          </a:p>
        </p:txBody>
      </p:sp>
    </p:spTree>
    <p:extLst>
      <p:ext uri="{BB962C8B-B14F-4D97-AF65-F5344CB8AC3E}">
        <p14:creationId xmlns:p14="http://schemas.microsoft.com/office/powerpoint/2010/main" val="3773049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Reconciliation</a:t>
            </a:r>
            <a:endParaRPr lang="en-IN" dirty="0"/>
          </a:p>
        </p:txBody>
      </p:sp>
      <p:sp>
        <p:nvSpPr>
          <p:cNvPr id="3" name="Content Placeholder 2"/>
          <p:cNvSpPr>
            <a:spLocks noGrp="1"/>
          </p:cNvSpPr>
          <p:nvPr>
            <p:ph idx="1"/>
          </p:nvPr>
        </p:nvSpPr>
        <p:spPr/>
        <p:txBody>
          <a:bodyPr/>
          <a:lstStyle/>
          <a:p>
            <a:r>
              <a:rPr lang="en-IN" dirty="0"/>
              <a:t>When you use React, at a single point in time you can think of the </a:t>
            </a:r>
            <a:r>
              <a:rPr lang="en-IN" dirty="0"/>
              <a:t>render()</a:t>
            </a:r>
            <a:r>
              <a:rPr lang="en-IN" dirty="0"/>
              <a:t> function as creating a tree of React elements. On the next state or props update, that </a:t>
            </a:r>
            <a:r>
              <a:rPr lang="en-IN" dirty="0"/>
              <a:t>render()</a:t>
            </a:r>
            <a:r>
              <a:rPr lang="en-IN" dirty="0"/>
              <a:t> function will return a different tree of React elements. React then needs to figure out how to efficiently update the UI to match the most recent tree.</a:t>
            </a:r>
            <a:endParaRPr lang="en-IN" dirty="0"/>
          </a:p>
        </p:txBody>
      </p:sp>
    </p:spTree>
    <p:extLst>
      <p:ext uri="{BB962C8B-B14F-4D97-AF65-F5344CB8AC3E}">
        <p14:creationId xmlns:p14="http://schemas.microsoft.com/office/powerpoint/2010/main" val="1548937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smtClean="0"/>
              <a:t>React implements a heuristic O(n) algorithm based on two assumptions:</a:t>
            </a:r>
          </a:p>
          <a:p>
            <a:pPr lvl="1"/>
            <a:r>
              <a:rPr lang="en-IN" dirty="0" smtClean="0"/>
              <a:t>Two </a:t>
            </a:r>
            <a:r>
              <a:rPr lang="en-IN" dirty="0"/>
              <a:t>elements of different types will produce different trees.</a:t>
            </a:r>
          </a:p>
          <a:p>
            <a:pPr lvl="1"/>
            <a:r>
              <a:rPr lang="en-IN" dirty="0"/>
              <a:t>The developer can hint at which child elements may be stable across different renders with a key prop.</a:t>
            </a:r>
          </a:p>
          <a:p>
            <a:endParaRPr lang="en-IN" dirty="0"/>
          </a:p>
        </p:txBody>
      </p:sp>
    </p:spTree>
    <p:extLst>
      <p:ext uri="{BB962C8B-B14F-4D97-AF65-F5344CB8AC3E}">
        <p14:creationId xmlns:p14="http://schemas.microsoft.com/office/powerpoint/2010/main" val="1007252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Diffing Algorithm</a:t>
            </a:r>
            <a:endParaRPr lang="en-IN" dirty="0"/>
          </a:p>
        </p:txBody>
      </p:sp>
      <p:sp>
        <p:nvSpPr>
          <p:cNvPr id="3" name="Content Placeholder 2"/>
          <p:cNvSpPr>
            <a:spLocks noGrp="1"/>
          </p:cNvSpPr>
          <p:nvPr>
            <p:ph idx="1"/>
          </p:nvPr>
        </p:nvSpPr>
        <p:spPr/>
        <p:txBody>
          <a:bodyPr/>
          <a:lstStyle/>
          <a:p>
            <a:r>
              <a:rPr lang="en-IN" dirty="0"/>
              <a:t>When diffing two trees, React first compares the two root elements. The </a:t>
            </a:r>
            <a:r>
              <a:rPr lang="en-IN" dirty="0" err="1"/>
              <a:t>behavior</a:t>
            </a:r>
            <a:r>
              <a:rPr lang="en-IN" dirty="0"/>
              <a:t> is different depending on the types of the root elements.</a:t>
            </a:r>
          </a:p>
          <a:p>
            <a:pPr marL="0" indent="0">
              <a:buNone/>
            </a:pPr>
            <a:endParaRPr lang="en-IN" dirty="0" smtClean="0"/>
          </a:p>
          <a:p>
            <a:pPr marL="0" indent="0">
              <a:buNone/>
            </a:pPr>
            <a:r>
              <a:rPr lang="en-IN" dirty="0"/>
              <a:t> </a:t>
            </a:r>
          </a:p>
        </p:txBody>
      </p:sp>
    </p:spTree>
    <p:extLst>
      <p:ext uri="{BB962C8B-B14F-4D97-AF65-F5344CB8AC3E}">
        <p14:creationId xmlns:p14="http://schemas.microsoft.com/office/powerpoint/2010/main" val="1646522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smtClean="0"/>
              <a:t>There were multiple ways:-</a:t>
            </a:r>
          </a:p>
          <a:p>
            <a:pPr lvl="1"/>
            <a:r>
              <a:rPr lang="en-IN" b="1" dirty="0" smtClean="0"/>
              <a:t>Element of different root types </a:t>
            </a:r>
          </a:p>
          <a:p>
            <a:pPr marL="457200" lvl="1" indent="0">
              <a:buNone/>
            </a:pPr>
            <a:r>
              <a:rPr lang="en-IN" dirty="0" smtClean="0"/>
              <a:t>   </a:t>
            </a:r>
            <a:r>
              <a:rPr lang="en-IN" dirty="0"/>
              <a:t>&lt;div&gt;</a:t>
            </a:r>
            <a:r>
              <a:rPr lang="en-IN" dirty="0"/>
              <a:t> </a:t>
            </a:r>
            <a:endParaRPr lang="en-IN" dirty="0" smtClean="0"/>
          </a:p>
          <a:p>
            <a:pPr marL="457200" lvl="1" indent="0">
              <a:buNone/>
            </a:pPr>
            <a:r>
              <a:rPr lang="en-IN" dirty="0"/>
              <a:t>	 </a:t>
            </a:r>
            <a:r>
              <a:rPr lang="en-IN" dirty="0" smtClean="0"/>
              <a:t>&lt;</a:t>
            </a:r>
            <a:r>
              <a:rPr lang="en-IN" dirty="0"/>
              <a:t>Counter </a:t>
            </a:r>
            <a:r>
              <a:rPr lang="en-IN" dirty="0" smtClean="0"/>
              <a:t>/&gt;</a:t>
            </a:r>
          </a:p>
          <a:p>
            <a:pPr marL="457200" lvl="1" indent="0">
              <a:buNone/>
            </a:pPr>
            <a:r>
              <a:rPr lang="en-IN" dirty="0" smtClean="0"/>
              <a:t> </a:t>
            </a:r>
            <a:r>
              <a:rPr lang="en-IN" dirty="0"/>
              <a:t>&lt;/div</a:t>
            </a:r>
            <a:r>
              <a:rPr lang="en-IN" dirty="0" smtClean="0"/>
              <a:t>&gt;</a:t>
            </a:r>
          </a:p>
          <a:p>
            <a:pPr marL="457200" lvl="1" indent="0">
              <a:buNone/>
            </a:pPr>
            <a:endParaRPr lang="en-IN" dirty="0"/>
          </a:p>
          <a:p>
            <a:pPr marL="457200" lvl="1" indent="0">
              <a:buNone/>
            </a:pPr>
            <a:r>
              <a:rPr lang="en-IN" dirty="0" smtClean="0"/>
              <a:t> </a:t>
            </a:r>
            <a:r>
              <a:rPr lang="en-IN" dirty="0"/>
              <a:t>&lt;span</a:t>
            </a:r>
            <a:r>
              <a:rPr lang="en-IN" dirty="0" smtClean="0"/>
              <a:t>&gt;</a:t>
            </a:r>
          </a:p>
          <a:p>
            <a:pPr marL="457200" lvl="1" indent="0">
              <a:buNone/>
            </a:pPr>
            <a:r>
              <a:rPr lang="en-IN" dirty="0" smtClean="0"/>
              <a:t> </a:t>
            </a:r>
            <a:r>
              <a:rPr lang="en-IN" dirty="0"/>
              <a:t>&lt;Counter </a:t>
            </a:r>
            <a:r>
              <a:rPr lang="en-IN" dirty="0" smtClean="0"/>
              <a:t>/&gt;</a:t>
            </a:r>
          </a:p>
          <a:p>
            <a:pPr marL="457200" lvl="1" indent="0">
              <a:buNone/>
            </a:pPr>
            <a:r>
              <a:rPr lang="en-IN" dirty="0" smtClean="0"/>
              <a:t> </a:t>
            </a:r>
            <a:r>
              <a:rPr lang="en-IN" dirty="0"/>
              <a:t>&lt;/span&gt;</a:t>
            </a:r>
            <a:endParaRPr lang="en-IN" dirty="0" smtClean="0"/>
          </a:p>
        </p:txBody>
      </p:sp>
    </p:spTree>
    <p:extLst>
      <p:ext uri="{BB962C8B-B14F-4D97-AF65-F5344CB8AC3E}">
        <p14:creationId xmlns:p14="http://schemas.microsoft.com/office/powerpoint/2010/main" val="3407300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Whenever the root elements have different types, React will tear down the old tree and build the new tree from scratch. </a:t>
            </a:r>
            <a:endParaRPr lang="en-IN" dirty="0" smtClean="0"/>
          </a:p>
          <a:p>
            <a:r>
              <a:rPr lang="en-IN" dirty="0" smtClean="0"/>
              <a:t>Going </a:t>
            </a:r>
            <a:r>
              <a:rPr lang="en-IN" dirty="0"/>
              <a:t>from </a:t>
            </a:r>
            <a:r>
              <a:rPr lang="en-IN" dirty="0"/>
              <a:t>&lt;a&gt;</a:t>
            </a:r>
            <a:r>
              <a:rPr lang="en-IN" dirty="0"/>
              <a:t> to </a:t>
            </a:r>
            <a:r>
              <a:rPr lang="en-IN" dirty="0"/>
              <a:t>&lt;</a:t>
            </a:r>
            <a:r>
              <a:rPr lang="en-IN" dirty="0" err="1"/>
              <a:t>img</a:t>
            </a:r>
            <a:r>
              <a:rPr lang="en-IN" dirty="0"/>
              <a:t>&gt;</a:t>
            </a:r>
            <a:r>
              <a:rPr lang="en-IN" dirty="0"/>
              <a:t>, or from </a:t>
            </a:r>
            <a:r>
              <a:rPr lang="en-IN" dirty="0"/>
              <a:t>&lt;Article&gt;</a:t>
            </a:r>
            <a:r>
              <a:rPr lang="en-IN" dirty="0"/>
              <a:t> to </a:t>
            </a:r>
            <a:r>
              <a:rPr lang="en-IN" dirty="0"/>
              <a:t>&lt;Comment&gt;</a:t>
            </a:r>
            <a:r>
              <a:rPr lang="en-IN" dirty="0"/>
              <a:t>, or from </a:t>
            </a:r>
            <a:r>
              <a:rPr lang="en-IN" dirty="0"/>
              <a:t>&lt;Button&gt;</a:t>
            </a:r>
            <a:r>
              <a:rPr lang="en-IN" dirty="0"/>
              <a:t> to </a:t>
            </a:r>
            <a:r>
              <a:rPr lang="en-IN" dirty="0"/>
              <a:t>&lt;div&gt;</a:t>
            </a:r>
            <a:r>
              <a:rPr lang="en-IN" dirty="0"/>
              <a:t> - any of those will lead to a full rebuild.</a:t>
            </a:r>
            <a:endParaRPr lang="en-IN" dirty="0"/>
          </a:p>
        </p:txBody>
      </p:sp>
    </p:spTree>
    <p:extLst>
      <p:ext uri="{BB962C8B-B14F-4D97-AF65-F5344CB8AC3E}">
        <p14:creationId xmlns:p14="http://schemas.microsoft.com/office/powerpoint/2010/main" val="511505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When tearing down a tree, old DOM nodes are destroyed. Component instances receive </a:t>
            </a:r>
            <a:r>
              <a:rPr lang="en-IN" dirty="0" err="1"/>
              <a:t>componentWillUnmount</a:t>
            </a:r>
            <a:r>
              <a:rPr lang="en-IN" dirty="0"/>
              <a:t>()</a:t>
            </a:r>
            <a:r>
              <a:rPr lang="en-IN" dirty="0"/>
              <a:t>. When building up a new tree, new DOM nodes are inserted into the DOM. Component instances receive </a:t>
            </a:r>
            <a:r>
              <a:rPr lang="en-IN" dirty="0" err="1"/>
              <a:t>componentWillMount</a:t>
            </a:r>
            <a:r>
              <a:rPr lang="en-IN" dirty="0"/>
              <a:t>()</a:t>
            </a:r>
            <a:r>
              <a:rPr lang="en-IN" dirty="0"/>
              <a:t> and then </a:t>
            </a:r>
            <a:r>
              <a:rPr lang="en-IN" dirty="0" err="1"/>
              <a:t>componentDidMount</a:t>
            </a:r>
            <a:r>
              <a:rPr lang="en-IN" dirty="0"/>
              <a:t>()</a:t>
            </a:r>
            <a:r>
              <a:rPr lang="en-IN" dirty="0"/>
              <a:t>. Any state associated with the old tree is lost.</a:t>
            </a:r>
            <a:endParaRPr lang="en-IN" dirty="0"/>
          </a:p>
        </p:txBody>
      </p:sp>
    </p:spTree>
    <p:extLst>
      <p:ext uri="{BB962C8B-B14F-4D97-AF65-F5344CB8AC3E}">
        <p14:creationId xmlns:p14="http://schemas.microsoft.com/office/powerpoint/2010/main" val="4268786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t>DOM Element of Same Type:-</a:t>
            </a:r>
          </a:p>
          <a:p>
            <a:r>
              <a:rPr lang="en-IN" dirty="0"/>
              <a:t> </a:t>
            </a:r>
            <a:r>
              <a:rPr lang="en-IN" dirty="0"/>
              <a:t>When comparing two React DOM elements of the same type, React looks at the attributes of both, keeps the same underlying DOM node, and only updates the changed attributes. For example:</a:t>
            </a:r>
          </a:p>
          <a:p>
            <a:r>
              <a:rPr lang="en-IN" dirty="0"/>
              <a:t>&lt;div </a:t>
            </a:r>
            <a:r>
              <a:rPr lang="en-IN" dirty="0" err="1"/>
              <a:t>className</a:t>
            </a:r>
            <a:r>
              <a:rPr lang="en-IN" dirty="0"/>
              <a:t>="before" title="stuff" </a:t>
            </a:r>
            <a:r>
              <a:rPr lang="en-IN" dirty="0" smtClean="0"/>
              <a:t>/&gt;</a:t>
            </a:r>
          </a:p>
          <a:p>
            <a:r>
              <a:rPr lang="en-IN" dirty="0" smtClean="0"/>
              <a:t> </a:t>
            </a:r>
            <a:r>
              <a:rPr lang="en-IN" dirty="0"/>
              <a:t>&lt;div </a:t>
            </a:r>
            <a:r>
              <a:rPr lang="en-IN" dirty="0" err="1"/>
              <a:t>className</a:t>
            </a:r>
            <a:r>
              <a:rPr lang="en-IN" dirty="0"/>
              <a:t>="after" title="stuff" /&gt;</a:t>
            </a:r>
          </a:p>
          <a:p>
            <a:r>
              <a:rPr lang="en-IN" dirty="0"/>
              <a:t>By comparing these two elements, React knows to only modify the </a:t>
            </a:r>
            <a:r>
              <a:rPr lang="en-IN" dirty="0" err="1"/>
              <a:t>className</a:t>
            </a:r>
            <a:r>
              <a:rPr lang="en-IN" dirty="0"/>
              <a:t> on the underlying DOM node.</a:t>
            </a:r>
          </a:p>
          <a:p>
            <a:pPr marL="0" indent="0">
              <a:buNone/>
            </a:pPr>
            <a:endParaRPr lang="en-IN" dirty="0"/>
          </a:p>
        </p:txBody>
      </p:sp>
    </p:spTree>
    <p:extLst>
      <p:ext uri="{BB962C8B-B14F-4D97-AF65-F5344CB8AC3E}">
        <p14:creationId xmlns:p14="http://schemas.microsoft.com/office/powerpoint/2010/main" val="3131180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Component Elements Of The Same Type</a:t>
            </a:r>
          </a:p>
          <a:p>
            <a:endParaRPr lang="en-IN" dirty="0" smtClean="0"/>
          </a:p>
          <a:p>
            <a:endParaRPr lang="en-IN" dirty="0"/>
          </a:p>
          <a:p>
            <a:r>
              <a:rPr lang="en-IN" dirty="0" smtClean="0"/>
              <a:t> </a:t>
            </a:r>
            <a:r>
              <a:rPr lang="en-IN" dirty="0">
                <a:hlinkClick r:id="rId2"/>
              </a:rPr>
              <a:t>https://reactjs.org/docs/reconciliation.html</a:t>
            </a:r>
            <a:endParaRPr lang="en-IN" dirty="0"/>
          </a:p>
        </p:txBody>
      </p:sp>
    </p:spTree>
    <p:extLst>
      <p:ext uri="{BB962C8B-B14F-4D97-AF65-F5344CB8AC3E}">
        <p14:creationId xmlns:p14="http://schemas.microsoft.com/office/powerpoint/2010/main" val="1967305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Batch Update</a:t>
            </a:r>
            <a:endParaRPr lang="en-IN" dirty="0"/>
          </a:p>
        </p:txBody>
      </p:sp>
      <p:sp>
        <p:nvSpPr>
          <p:cNvPr id="3" name="Content Placeholder 2"/>
          <p:cNvSpPr>
            <a:spLocks noGrp="1"/>
          </p:cNvSpPr>
          <p:nvPr>
            <p:ph idx="1"/>
          </p:nvPr>
        </p:nvSpPr>
        <p:spPr/>
        <p:txBody>
          <a:bodyPr>
            <a:normAutofit fontScale="92500" lnSpcReduction="10000"/>
          </a:bodyPr>
          <a:lstStyle/>
          <a:p>
            <a:pPr fontAlgn="base"/>
            <a:r>
              <a:rPr lang="en-IN" b="1" dirty="0"/>
              <a:t>Batch Update</a:t>
            </a:r>
            <a:endParaRPr lang="en-IN" dirty="0"/>
          </a:p>
          <a:p>
            <a:pPr fontAlgn="base"/>
            <a:r>
              <a:rPr lang="en-IN" dirty="0" err="1"/>
              <a:t>ReactJS</a:t>
            </a:r>
            <a:r>
              <a:rPr lang="en-IN" dirty="0"/>
              <a:t> using the diff algorithm to find the minimum number of steps to update the Real DOM. Once it has these steps, it executes all the steps in one event loop without involving the steps to repaint the Real DOM. Thus, if there are more element which gets updated </a:t>
            </a:r>
            <a:r>
              <a:rPr lang="en-IN" dirty="0" err="1"/>
              <a:t>ReactJS</a:t>
            </a:r>
            <a:r>
              <a:rPr lang="en-IN" dirty="0"/>
              <a:t> will wait for the event loop to finish then, in bulk will updated the real DOM with all the updated elements.</a:t>
            </a:r>
          </a:p>
          <a:p>
            <a:endParaRPr lang="en-IN" dirty="0"/>
          </a:p>
        </p:txBody>
      </p:sp>
    </p:spTree>
    <p:extLst>
      <p:ext uri="{BB962C8B-B14F-4D97-AF65-F5344CB8AC3E}">
        <p14:creationId xmlns:p14="http://schemas.microsoft.com/office/powerpoint/2010/main" val="838599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Once all the steps are executed, React will repaint the Real DOM. This means during the event loop, there is exactly one time when the Real DOM is being painted. Thus all the layout process will run only on time for updating the real DOM.</a:t>
            </a:r>
          </a:p>
          <a:p>
            <a:endParaRPr lang="en-IN" dirty="0"/>
          </a:p>
        </p:txBody>
      </p:sp>
    </p:spTree>
    <p:extLst>
      <p:ext uri="{BB962C8B-B14F-4D97-AF65-F5344CB8AC3E}">
        <p14:creationId xmlns:p14="http://schemas.microsoft.com/office/powerpoint/2010/main" val="3100502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ES6 Features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28600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String Interpolation</a:t>
            </a:r>
          </a:p>
          <a:p>
            <a:r>
              <a:rPr lang="en-IN" dirty="0" err="1" smtClean="0"/>
              <a:t>Destructring</a:t>
            </a:r>
            <a:endParaRPr lang="en-IN" dirty="0" smtClean="0"/>
          </a:p>
          <a:p>
            <a:r>
              <a:rPr lang="en-IN" dirty="0" smtClean="0"/>
              <a:t>Spread</a:t>
            </a:r>
          </a:p>
          <a:p>
            <a:r>
              <a:rPr lang="en-IN" dirty="0" smtClean="0"/>
              <a:t>Classes</a:t>
            </a:r>
          </a:p>
          <a:p>
            <a:pPr marL="457200" lvl="1" indent="0">
              <a:buNone/>
            </a:pPr>
            <a:r>
              <a:rPr lang="en-IN" dirty="0" smtClean="0"/>
              <a:t>  </a:t>
            </a:r>
            <a:r>
              <a:rPr lang="en-IN" dirty="0"/>
              <a:t>class</a:t>
            </a:r>
            <a:r>
              <a:rPr lang="en-IN" dirty="0"/>
              <a:t> </a:t>
            </a:r>
            <a:r>
              <a:rPr lang="en-IN" dirty="0"/>
              <a:t>Car</a:t>
            </a:r>
            <a:r>
              <a:rPr lang="en-IN" dirty="0"/>
              <a:t> </a:t>
            </a:r>
            <a:r>
              <a:rPr lang="en-IN" dirty="0"/>
              <a:t>{</a:t>
            </a:r>
            <a:r>
              <a:rPr lang="en-IN" dirty="0"/>
              <a:t> </a:t>
            </a:r>
            <a:endParaRPr lang="en-IN" dirty="0" smtClean="0"/>
          </a:p>
          <a:p>
            <a:pPr marL="457200" lvl="1" indent="0">
              <a:buNone/>
            </a:pPr>
            <a:r>
              <a:rPr lang="en-IN" dirty="0" smtClean="0"/>
              <a:t>   constructor(name){</a:t>
            </a:r>
          </a:p>
          <a:p>
            <a:pPr marL="457200" lvl="1" indent="0">
              <a:buNone/>
            </a:pPr>
            <a:r>
              <a:rPr lang="en-IN" dirty="0" smtClean="0"/>
              <a:t>  	</a:t>
            </a:r>
            <a:r>
              <a:rPr lang="en-IN" dirty="0" err="1" smtClean="0"/>
              <a:t>this.brand</a:t>
            </a:r>
            <a:r>
              <a:rPr lang="en-IN" dirty="0" smtClean="0"/>
              <a:t> </a:t>
            </a:r>
            <a:r>
              <a:rPr lang="en-IN" dirty="0"/>
              <a:t>=</a:t>
            </a:r>
            <a:r>
              <a:rPr lang="en-IN" dirty="0"/>
              <a:t> name</a:t>
            </a:r>
            <a:r>
              <a:rPr lang="en-IN" dirty="0" smtClean="0"/>
              <a:t>;</a:t>
            </a:r>
          </a:p>
          <a:p>
            <a:pPr marL="457200" lvl="1" indent="0">
              <a:buNone/>
            </a:pPr>
            <a:r>
              <a:rPr lang="en-IN" dirty="0" smtClean="0"/>
              <a:t> 	}</a:t>
            </a:r>
          </a:p>
          <a:p>
            <a:pPr marL="457200" lvl="1" indent="0">
              <a:buNone/>
            </a:pPr>
            <a:r>
              <a:rPr lang="en-IN" dirty="0" smtClean="0"/>
              <a:t> }</a:t>
            </a:r>
          </a:p>
          <a:p>
            <a:pPr marL="457200" lvl="1" indent="0">
              <a:buNone/>
            </a:pPr>
            <a:r>
              <a:rPr lang="en-IN" dirty="0">
                <a:hlinkClick r:id="rId2"/>
              </a:rPr>
              <a:t>https://www.w3schools.com/REACT/react_es6.asp</a:t>
            </a:r>
            <a:endParaRPr lang="en-IN" dirty="0" smtClean="0"/>
          </a:p>
          <a:p>
            <a:pPr marL="457200" lvl="1" indent="0">
              <a:buNone/>
            </a:pPr>
            <a:endParaRPr lang="en-IN" dirty="0"/>
          </a:p>
        </p:txBody>
      </p:sp>
    </p:spTree>
    <p:extLst>
      <p:ext uri="{BB962C8B-B14F-4D97-AF65-F5344CB8AC3E}">
        <p14:creationId xmlns:p14="http://schemas.microsoft.com/office/powerpoint/2010/main" val="3491951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Different ways of Creating React App</a:t>
            </a:r>
            <a:endParaRPr lang="en-IN" dirty="0"/>
          </a:p>
        </p:txBody>
      </p:sp>
      <p:sp>
        <p:nvSpPr>
          <p:cNvPr id="3" name="Content Placeholder 2"/>
          <p:cNvSpPr>
            <a:spLocks noGrp="1"/>
          </p:cNvSpPr>
          <p:nvPr>
            <p:ph idx="1"/>
          </p:nvPr>
        </p:nvSpPr>
        <p:spPr/>
        <p:txBody>
          <a:bodyPr/>
          <a:lstStyle/>
          <a:p>
            <a:r>
              <a:rPr lang="en-IN" dirty="0" smtClean="0"/>
              <a:t>Using </a:t>
            </a:r>
            <a:r>
              <a:rPr lang="en-IN" dirty="0" err="1" smtClean="0"/>
              <a:t>Webpack</a:t>
            </a:r>
            <a:r>
              <a:rPr lang="en-IN" dirty="0" smtClean="0"/>
              <a:t> and babel:-</a:t>
            </a:r>
          </a:p>
          <a:p>
            <a:pPr lvl="1"/>
            <a:r>
              <a:rPr lang="en-IN" dirty="0" smtClean="0"/>
              <a:t>Install Node</a:t>
            </a:r>
          </a:p>
          <a:p>
            <a:pPr lvl="1"/>
            <a:r>
              <a:rPr lang="en-IN" dirty="0">
                <a:hlinkClick r:id="rId2"/>
              </a:rPr>
              <a:t>https://www.freecodecamp.org/news/part-1-react-app-from-scratch-using-webpack-4-562b1d231e75</a:t>
            </a:r>
            <a:r>
              <a:rPr lang="en-IN" dirty="0" smtClean="0">
                <a:hlinkClick r:id="rId2"/>
              </a:rPr>
              <a:t>/</a:t>
            </a:r>
            <a:endParaRPr lang="en-IN" dirty="0" smtClean="0"/>
          </a:p>
          <a:p>
            <a:pPr lvl="1"/>
            <a:endParaRPr lang="en-IN" dirty="0"/>
          </a:p>
          <a:p>
            <a:pPr lvl="1"/>
            <a:r>
              <a:rPr lang="en-IN" i="1" dirty="0"/>
              <a:t> </a:t>
            </a:r>
            <a:r>
              <a:rPr lang="en-IN" i="1" dirty="0" err="1"/>
              <a:t>npm</a:t>
            </a:r>
            <a:r>
              <a:rPr lang="en-IN" i="1" dirty="0"/>
              <a:t> install --save-dev @babel/core @babel/</a:t>
            </a:r>
            <a:r>
              <a:rPr lang="en-IN" i="1" dirty="0" err="1"/>
              <a:t>preset-env</a:t>
            </a:r>
            <a:r>
              <a:rPr lang="en-IN" i="1" dirty="0"/>
              <a:t> @babel/</a:t>
            </a:r>
            <a:r>
              <a:rPr lang="en-IN" i="1" dirty="0" err="1"/>
              <a:t>preset</a:t>
            </a:r>
            <a:r>
              <a:rPr lang="en-IN" i="1" dirty="0"/>
              <a:t>-react</a:t>
            </a:r>
            <a:endParaRPr lang="en-IN" dirty="0"/>
          </a:p>
        </p:txBody>
      </p:sp>
    </p:spTree>
    <p:extLst>
      <p:ext uri="{BB962C8B-B14F-4D97-AF65-F5344CB8AC3E}">
        <p14:creationId xmlns:p14="http://schemas.microsoft.com/office/powerpoint/2010/main" val="3684479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916419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1425</TotalTime>
  <Words>1045</Words>
  <Application>Microsoft Office PowerPoint</Application>
  <PresentationFormat>On-screen Show (4:3)</PresentationFormat>
  <Paragraphs>109</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React JS image and content taken from https://reactjs.org/</vt:lpstr>
      <vt:lpstr>React Use case</vt:lpstr>
      <vt:lpstr>What is React JS</vt:lpstr>
      <vt:lpstr>What is DOM?</vt:lpstr>
      <vt:lpstr>How Browser Works</vt:lpstr>
      <vt:lpstr>PowerPoint Presentation</vt:lpstr>
      <vt:lpstr>PowerPoint Presentation</vt:lpstr>
      <vt:lpstr>PowerPoint Presentation</vt:lpstr>
      <vt:lpstr>PowerPoint Presentation</vt:lpstr>
      <vt:lpstr>How Virtual DOM Solves this problem?</vt:lpstr>
      <vt:lpstr>PowerPoint Presentation</vt:lpstr>
      <vt:lpstr>PowerPoint Presentation</vt:lpstr>
      <vt:lpstr>PowerPoint Presentation</vt:lpstr>
      <vt:lpstr>PowerPoint Presentation</vt:lpstr>
      <vt:lpstr>PowerPoint Presentation</vt:lpstr>
      <vt:lpstr>Reconciliation</vt:lpstr>
      <vt:lpstr>PowerPoint Presentation</vt:lpstr>
      <vt:lpstr>The Diffing Algorithm</vt:lpstr>
      <vt:lpstr>PowerPoint Presentation</vt:lpstr>
      <vt:lpstr>PowerPoint Presentation</vt:lpstr>
      <vt:lpstr>PowerPoint Presentation</vt:lpstr>
      <vt:lpstr>PowerPoint Presentation</vt:lpstr>
      <vt:lpstr>PowerPoint Presentation</vt:lpstr>
      <vt:lpstr>Batch Update</vt:lpstr>
      <vt:lpstr>PowerPoint Presentation</vt:lpstr>
      <vt:lpstr>ES6 Features</vt:lpstr>
      <vt:lpstr>PowerPoint Presentation</vt:lpstr>
      <vt:lpstr>Different ways of Creating React App</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JS</dc:title>
  <dc:creator>Pratik Kanungo</dc:creator>
  <cp:lastModifiedBy>Pratik Kanungo</cp:lastModifiedBy>
  <cp:revision>58</cp:revision>
  <dcterms:created xsi:type="dcterms:W3CDTF">2006-08-16T00:00:00Z</dcterms:created>
  <dcterms:modified xsi:type="dcterms:W3CDTF">2019-12-17T10:32:08Z</dcterms:modified>
</cp:coreProperties>
</file>